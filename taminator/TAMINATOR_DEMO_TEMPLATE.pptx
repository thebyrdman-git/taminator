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Taminator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33333"/>
                </a:solidFill>
              </a:defRPr>
            </a:pPr>
            <a:r>
              <a:t>RFE &amp; Bug Report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for Red Hat TAMs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8229600" cy="1828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Demo — [Your name] —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What is Taminator?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Generates and maintains RFE and bug reports for Red Hat TAMs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Uses JIRA and case data → consistent markdown reports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Can post to customer portal groups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Saves 2–3 hours per customer per week vs manual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How to get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Desktop app: AppImage (Linux) or DMG (macOS) from GitLab releases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From repo: git clone for CLI or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Official: gitlab.cee.redhat.com/jbyrd/taminator (Red Hat VPN)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Desktop app — no terminal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Double-click the app; it opens in its own window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Full UI: Report Manager • Check/Update • Library • Settings • User Guide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Linux: AppImage </a:t>
            </a:r>
            <a:br/>
            <a:r>
              <a:t> macOS: DMG (Intel + Apple Silicon) </a:t>
            </a:r>
            <a:br/>
            <a:r>
              <a:t> Windows: installer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Create a report (Report Manager — add account, SBR Group, account numbers)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Check report — compare to JIRA (no file changes)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Update report — write current JIRA statuses into file (backup first)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Post (optional) — post to customer portal group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JIRA: Red Hat +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Red Hat JIRA (default): issues.redhat.com — Personal Access Token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JIRA Cloud: your-tenant.atlassian.net — Email + API token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Set in Settings → Token configuration → JIRA instance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Same Check/Update flow for both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Security &amp; credentials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Tokens in ~/.config/taminator/ui_tokens.json (encoded)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Optional: HashiCorp Vault — VAULT_ADDR + VAULT_TOKEN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VPN required for Red Hat JIRA (skipped for JIRA Cloud)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Demo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1. Open Taminator (desktop app)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2. Report Manager — report creation / accounts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3. Check/Update Reports — run Check or Update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4. Library — browse reports </a:t>
            </a:r>
            <a:br/>
            <a:r>
              <a:t> 5. Settings — VPN, tokens </a:t>
            </a:r>
            <a:br/>
            <a:r>
              <a:t> 6. User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Links &amp;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Releases: gitlab.cee.redhat.com/jbyrd/taminator/-/releases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User guide: repo README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Issues: gitlab.cee.redhat.com/jbyrd/taminator/-/issues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Taminator — RFE and Bug Report Generator for Red Hat TAMs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